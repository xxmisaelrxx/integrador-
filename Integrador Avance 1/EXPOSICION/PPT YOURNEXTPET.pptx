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1"/>
  </p:sldMasterIdLst>
  <p:sldIdLst>
    <p:sldId id="256" r:id="rId2"/>
    <p:sldId id="258" r:id="rId3"/>
    <p:sldId id="260" r:id="rId4"/>
    <p:sldId id="271" r:id="rId5"/>
    <p:sldId id="261" r:id="rId6"/>
    <p:sldId id="262" r:id="rId7"/>
    <p:sldId id="263" r:id="rId8"/>
    <p:sldId id="266" r:id="rId9"/>
    <p:sldId id="267" r:id="rId10"/>
    <p:sldId id="272" r:id="rId11"/>
    <p:sldId id="273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9" d="100"/>
          <a:sy n="159" d="100"/>
        </p:scale>
        <p:origin x="336" y="1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79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908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67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576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907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343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837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09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818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02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19534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4261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405400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6886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2764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928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649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3495" y="1277593"/>
            <a:ext cx="6347713" cy="1320800"/>
          </a:xfrm>
        </p:spPr>
        <p:txBody>
          <a:bodyPr>
            <a:normAutofit/>
          </a:bodyPr>
          <a:lstStyle/>
          <a:p>
            <a:r>
              <a:rPr sz="6600" dirty="0" err="1"/>
              <a:t>YourNextPet</a:t>
            </a:r>
            <a:endParaRPr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0541" y="2685290"/>
            <a:ext cx="6347714" cy="388077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Plataforma Web de </a:t>
            </a:r>
            <a:r>
              <a:rPr dirty="0" err="1"/>
              <a:t>Adopción</a:t>
            </a:r>
            <a:r>
              <a:rPr dirty="0"/>
              <a:t> y </a:t>
            </a:r>
            <a:r>
              <a:rPr dirty="0" err="1"/>
              <a:t>Donación</a:t>
            </a:r>
            <a:r>
              <a:rPr dirty="0"/>
              <a:t> de </a:t>
            </a:r>
            <a:r>
              <a:rPr dirty="0" err="1"/>
              <a:t>Mascotas</a:t>
            </a:r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3264E3-0883-758D-210C-FF41C22C5E7F}"/>
              </a:ext>
            </a:extLst>
          </p:cNvPr>
          <p:cNvSpPr txBox="1">
            <a:spLocks/>
          </p:cNvSpPr>
          <p:nvPr/>
        </p:nvSpPr>
        <p:spPr>
          <a:xfrm>
            <a:off x="679783" y="4259607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dirty="0">
                <a:solidFill>
                  <a:schemeClr val="accent1"/>
                </a:solidFill>
              </a:rPr>
              <a:t>Integrantes:</a:t>
            </a:r>
          </a:p>
          <a:p>
            <a:r>
              <a:rPr lang="es-PE" dirty="0"/>
              <a:t>Isidro </a:t>
            </a:r>
            <a:r>
              <a:rPr lang="es-PE" dirty="0" err="1"/>
              <a:t>Rodriguez</a:t>
            </a:r>
            <a:r>
              <a:rPr lang="es-PE" dirty="0"/>
              <a:t> Yersi</a:t>
            </a:r>
          </a:p>
          <a:p>
            <a:r>
              <a:rPr lang="es-PE" dirty="0"/>
              <a:t>Macedo </a:t>
            </a:r>
            <a:r>
              <a:rPr lang="es-PE" dirty="0" err="1"/>
              <a:t>Benique</a:t>
            </a:r>
            <a:r>
              <a:rPr lang="es-PE" dirty="0"/>
              <a:t> Carlos</a:t>
            </a:r>
          </a:p>
          <a:p>
            <a:r>
              <a:rPr lang="es-PE" dirty="0"/>
              <a:t>Ricaldi </a:t>
            </a:r>
            <a:r>
              <a:rPr lang="es-PE" dirty="0" err="1"/>
              <a:t>Untiveros</a:t>
            </a:r>
            <a:r>
              <a:rPr lang="es-PE" dirty="0"/>
              <a:t> Arnold</a:t>
            </a:r>
          </a:p>
          <a:p>
            <a:r>
              <a:rPr lang="es-PE" dirty="0"/>
              <a:t>Quispe </a:t>
            </a:r>
            <a:r>
              <a:rPr lang="es-PE" dirty="0" err="1"/>
              <a:t>Galvez</a:t>
            </a:r>
            <a:r>
              <a:rPr lang="es-PE" dirty="0"/>
              <a:t> </a:t>
            </a:r>
            <a:r>
              <a:rPr lang="es-PE" dirty="0" err="1"/>
              <a:t>Jose</a:t>
            </a:r>
            <a:endParaRPr lang="es-P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4269" y="210384"/>
            <a:ext cx="6347713" cy="1320800"/>
          </a:xfrm>
        </p:spPr>
        <p:txBody>
          <a:bodyPr/>
          <a:lstStyle/>
          <a:p>
            <a:r>
              <a:rPr dirty="0" err="1"/>
              <a:t>Visión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8905" y="813884"/>
            <a:ext cx="6096001" cy="3880773"/>
          </a:xfrm>
        </p:spPr>
        <p:txBody>
          <a:bodyPr/>
          <a:lstStyle/>
          <a:p>
            <a:pPr algn="just"/>
            <a:r>
              <a:rPr dirty="0"/>
              <a:t>Ser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plataforma</a:t>
            </a:r>
            <a:r>
              <a:rPr dirty="0"/>
              <a:t> digital </a:t>
            </a:r>
            <a:r>
              <a:rPr dirty="0" err="1"/>
              <a:t>líder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adopción</a:t>
            </a:r>
            <a:r>
              <a:rPr dirty="0"/>
              <a:t> </a:t>
            </a:r>
            <a:r>
              <a:rPr dirty="0" err="1"/>
              <a:t>responsable</a:t>
            </a:r>
            <a:r>
              <a:rPr dirty="0"/>
              <a:t>, </a:t>
            </a:r>
            <a:r>
              <a:rPr dirty="0" err="1"/>
              <a:t>conectando</a:t>
            </a:r>
            <a:r>
              <a:rPr dirty="0"/>
              <a:t> personas con </a:t>
            </a:r>
            <a:r>
              <a:rPr dirty="0" err="1"/>
              <a:t>animales</a:t>
            </a:r>
            <a:r>
              <a:rPr dirty="0"/>
              <a:t> </a:t>
            </a:r>
            <a:r>
              <a:rPr dirty="0" err="1"/>
              <a:t>abandonados</a:t>
            </a:r>
            <a:r>
              <a:rPr dirty="0"/>
              <a:t> y </a:t>
            </a:r>
            <a:r>
              <a:rPr dirty="0" err="1"/>
              <a:t>fomentando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bienestar</a:t>
            </a:r>
            <a:r>
              <a:rPr dirty="0"/>
              <a:t> animal </a:t>
            </a:r>
            <a:r>
              <a:rPr dirty="0" err="1"/>
              <a:t>en</a:t>
            </a:r>
            <a:r>
              <a:rPr dirty="0"/>
              <a:t> SJL.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4A7D1EB-9636-9146-5B24-8AFD2613E0DF}"/>
              </a:ext>
            </a:extLst>
          </p:cNvPr>
          <p:cNvSpPr txBox="1">
            <a:spLocks/>
          </p:cNvSpPr>
          <p:nvPr/>
        </p:nvSpPr>
        <p:spPr>
          <a:xfrm>
            <a:off x="864269" y="21082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PE" dirty="0"/>
              <a:t>Misión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019012-47E8-00CF-C419-64F824FD17FF}"/>
              </a:ext>
            </a:extLst>
          </p:cNvPr>
          <p:cNvSpPr txBox="1">
            <a:spLocks/>
          </p:cNvSpPr>
          <p:nvPr/>
        </p:nvSpPr>
        <p:spPr>
          <a:xfrm>
            <a:off x="1868904" y="2754270"/>
            <a:ext cx="6096001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dirty="0"/>
              <a:t>Brindar una plataforma web accesible y confiable para facilitar adopciones responsables y donaciones para mascotas rescatadas.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D624913-05ED-EEF8-16BC-0AE9B3B87A0F}"/>
              </a:ext>
            </a:extLst>
          </p:cNvPr>
          <p:cNvSpPr txBox="1">
            <a:spLocks/>
          </p:cNvSpPr>
          <p:nvPr/>
        </p:nvSpPr>
        <p:spPr>
          <a:xfrm>
            <a:off x="864269" y="3854784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PE" dirty="0"/>
              <a:t>Entorno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68929C8-E96E-9AC0-AD41-C7F3742654FD}"/>
              </a:ext>
            </a:extLst>
          </p:cNvPr>
          <p:cNvSpPr txBox="1">
            <a:spLocks/>
          </p:cNvSpPr>
          <p:nvPr/>
        </p:nvSpPr>
        <p:spPr>
          <a:xfrm>
            <a:off x="1868903" y="4694656"/>
            <a:ext cx="6096001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PE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YourNextPet</a:t>
            </a:r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 desarrolla dentro de un entorno digital y social enfocado en el bienestar animal y el uso de tecnologías web para resolver problemas sociales.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5087" y="717885"/>
            <a:ext cx="8596668" cy="1320800"/>
          </a:xfrm>
        </p:spPr>
        <p:txBody>
          <a:bodyPr>
            <a:normAutofit/>
          </a:bodyPr>
          <a:lstStyle/>
          <a:p>
            <a:r>
              <a:rPr sz="6600" dirty="0" err="1"/>
              <a:t>Problema</a:t>
            </a:r>
            <a:endParaRPr sz="6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4692" y="2522455"/>
            <a:ext cx="8596668" cy="3880773"/>
          </a:xfrm>
        </p:spPr>
        <p:txBody>
          <a:bodyPr/>
          <a:lstStyle/>
          <a:p>
            <a:r>
              <a:rPr dirty="0"/>
              <a:t>Gran </a:t>
            </a:r>
            <a:r>
              <a:rPr dirty="0" err="1"/>
              <a:t>cantidad</a:t>
            </a:r>
            <a:r>
              <a:rPr dirty="0"/>
              <a:t> de </a:t>
            </a:r>
            <a:r>
              <a:rPr dirty="0" err="1"/>
              <a:t>perros</a:t>
            </a:r>
            <a:r>
              <a:rPr dirty="0"/>
              <a:t> y </a:t>
            </a:r>
            <a:r>
              <a:rPr dirty="0" err="1"/>
              <a:t>gatos</a:t>
            </a:r>
            <a:r>
              <a:rPr dirty="0"/>
              <a:t> </a:t>
            </a:r>
            <a:r>
              <a:rPr dirty="0" err="1"/>
              <a:t>abandonados</a:t>
            </a:r>
            <a:r>
              <a:rPr dirty="0"/>
              <a:t>.</a:t>
            </a:r>
          </a:p>
          <a:p>
            <a:r>
              <a:rPr dirty="0" err="1"/>
              <a:t>Información</a:t>
            </a:r>
            <a:r>
              <a:rPr dirty="0"/>
              <a:t> </a:t>
            </a:r>
            <a:r>
              <a:rPr dirty="0" err="1"/>
              <a:t>dispersa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redes </a:t>
            </a:r>
            <a:r>
              <a:rPr dirty="0" err="1"/>
              <a:t>sociales</a:t>
            </a:r>
            <a:r>
              <a:rPr dirty="0"/>
              <a:t>.</a:t>
            </a:r>
          </a:p>
          <a:p>
            <a:r>
              <a:rPr dirty="0"/>
              <a:t>Falta de </a:t>
            </a:r>
            <a:r>
              <a:rPr dirty="0" err="1"/>
              <a:t>seguimiento</a:t>
            </a:r>
            <a:r>
              <a:rPr dirty="0"/>
              <a:t> y </a:t>
            </a:r>
            <a:r>
              <a:rPr dirty="0" err="1"/>
              <a:t>adopciones</a:t>
            </a:r>
            <a:r>
              <a:rPr dirty="0"/>
              <a:t> </a:t>
            </a:r>
            <a:r>
              <a:rPr dirty="0" err="1"/>
              <a:t>responsables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4218" y="549442"/>
            <a:ext cx="8596668" cy="1320800"/>
          </a:xfrm>
        </p:spPr>
        <p:txBody>
          <a:bodyPr>
            <a:normAutofit/>
          </a:bodyPr>
          <a:lstStyle/>
          <a:p>
            <a:r>
              <a:rPr lang="es-MX" sz="5400" dirty="0"/>
              <a:t>Estrategias</a:t>
            </a:r>
            <a:endParaRPr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722" y="2007600"/>
            <a:ext cx="9711935" cy="3880773"/>
          </a:xfrm>
        </p:spPr>
        <p:txBody>
          <a:bodyPr>
            <a:normAutofit/>
          </a:bodyPr>
          <a:lstStyle/>
          <a:p>
            <a:r>
              <a:rPr lang="es-MX" b="1" dirty="0"/>
              <a:t>Estrategia Digital: </a:t>
            </a:r>
            <a:r>
              <a:rPr lang="es-MX" dirty="0"/>
              <a:t>Desarrollo de una plataforma web intuitiva y fácil de usar.</a:t>
            </a:r>
          </a:p>
          <a:p>
            <a:r>
              <a:rPr lang="es-MX" b="1" dirty="0"/>
              <a:t>Estrategia Social: </a:t>
            </a:r>
            <a:r>
              <a:rPr lang="es-MX" dirty="0"/>
              <a:t>Promover la adopción responsable mediante campañas de concientización.</a:t>
            </a:r>
          </a:p>
          <a:p>
            <a:r>
              <a:rPr lang="es-MX" b="1" dirty="0"/>
              <a:t>Estrategia de Alianzas: </a:t>
            </a:r>
            <a:r>
              <a:rPr lang="es-MX" dirty="0"/>
              <a:t>Colaborar con refugios, veterinarias y rescatistas independientes.</a:t>
            </a:r>
          </a:p>
          <a:p>
            <a:r>
              <a:rPr lang="es-MX" b="1" dirty="0"/>
              <a:t>Estrategia de Confianza: </a:t>
            </a:r>
            <a:r>
              <a:rPr lang="es-MX" dirty="0"/>
              <a:t>Validar información de mascotas y postulantes para garantizar adopciones seguras.</a:t>
            </a:r>
          </a:p>
          <a:p>
            <a:r>
              <a:rPr lang="es-MX" b="1" dirty="0"/>
              <a:t>Estrategia de Crecimiento: </a:t>
            </a:r>
            <a:r>
              <a:rPr lang="es-MX" dirty="0"/>
              <a:t>Incorporar nuevas funcionalidades como seguimiento de adopciones, voluntariado y eventos solidarios.</a:t>
            </a:r>
          </a:p>
        </p:txBody>
      </p:sp>
    </p:spTree>
    <p:extLst>
      <p:ext uri="{BB962C8B-B14F-4D97-AF65-F5344CB8AC3E}">
        <p14:creationId xmlns:p14="http://schemas.microsoft.com/office/powerpoint/2010/main" val="3803502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7650" y="816638"/>
            <a:ext cx="8596668" cy="1320800"/>
          </a:xfrm>
        </p:spPr>
        <p:txBody>
          <a:bodyPr>
            <a:normAutofit/>
          </a:bodyPr>
          <a:lstStyle/>
          <a:p>
            <a:r>
              <a:rPr sz="4400" dirty="0" err="1"/>
              <a:t>Objetivo</a:t>
            </a:r>
            <a:r>
              <a:rPr sz="4400" dirty="0"/>
              <a:t>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4138" y="2322976"/>
            <a:ext cx="6661930" cy="1984329"/>
          </a:xfrm>
        </p:spPr>
        <p:txBody>
          <a:bodyPr/>
          <a:lstStyle/>
          <a:p>
            <a:r>
              <a:rPr dirty="0" err="1"/>
              <a:t>Desarrollar</a:t>
            </a:r>
            <a:r>
              <a:rPr dirty="0"/>
              <a:t> la </a:t>
            </a:r>
            <a:r>
              <a:rPr dirty="0" err="1"/>
              <a:t>plataforma</a:t>
            </a:r>
            <a:r>
              <a:rPr dirty="0"/>
              <a:t> </a:t>
            </a:r>
            <a:r>
              <a:rPr dirty="0" err="1"/>
              <a:t>YourNextPet</a:t>
            </a:r>
            <a:r>
              <a:rPr dirty="0"/>
              <a:t> para </a:t>
            </a:r>
            <a:r>
              <a:rPr dirty="0" err="1"/>
              <a:t>facilitar</a:t>
            </a:r>
            <a:r>
              <a:rPr dirty="0"/>
              <a:t> </a:t>
            </a:r>
            <a:r>
              <a:rPr dirty="0" err="1"/>
              <a:t>adopciones</a:t>
            </a:r>
            <a:r>
              <a:rPr dirty="0"/>
              <a:t> </a:t>
            </a:r>
            <a:r>
              <a:rPr dirty="0" err="1"/>
              <a:t>responsables</a:t>
            </a:r>
            <a:r>
              <a:rPr dirty="0"/>
              <a:t> y </a:t>
            </a:r>
            <a:r>
              <a:rPr dirty="0" err="1"/>
              <a:t>donaciones</a:t>
            </a:r>
            <a:r>
              <a:rPr dirty="0"/>
              <a:t> para </a:t>
            </a:r>
            <a:r>
              <a:rPr dirty="0" err="1"/>
              <a:t>mascotas</a:t>
            </a:r>
            <a:r>
              <a:rPr dirty="0"/>
              <a:t> </a:t>
            </a:r>
            <a:r>
              <a:rPr dirty="0" err="1"/>
              <a:t>abandonadas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439" y="1046827"/>
            <a:ext cx="8596668" cy="1320800"/>
          </a:xfrm>
        </p:spPr>
        <p:txBody>
          <a:bodyPr>
            <a:normAutofit/>
          </a:bodyPr>
          <a:lstStyle/>
          <a:p>
            <a:r>
              <a:rPr sz="4400" dirty="0" err="1"/>
              <a:t>Objetivos</a:t>
            </a:r>
            <a:r>
              <a:rPr sz="4400" dirty="0"/>
              <a:t> </a:t>
            </a:r>
            <a:r>
              <a:rPr sz="4400" dirty="0" err="1"/>
              <a:t>Específicos</a:t>
            </a:r>
            <a:endParaRPr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0313" y="2367627"/>
            <a:ext cx="8596668" cy="3880773"/>
          </a:xfrm>
        </p:spPr>
        <p:txBody>
          <a:bodyPr/>
          <a:lstStyle/>
          <a:p>
            <a:r>
              <a:rPr dirty="0" err="1"/>
              <a:t>Diseñar</a:t>
            </a:r>
            <a:r>
              <a:rPr dirty="0"/>
              <a:t> </a:t>
            </a:r>
            <a:r>
              <a:rPr dirty="0" err="1"/>
              <a:t>página</a:t>
            </a:r>
            <a:r>
              <a:rPr dirty="0"/>
              <a:t> web </a:t>
            </a:r>
            <a:r>
              <a:rPr dirty="0" err="1"/>
              <a:t>intuitiva</a:t>
            </a:r>
            <a:endParaRPr dirty="0"/>
          </a:p>
          <a:p>
            <a:r>
              <a:rPr dirty="0" err="1"/>
              <a:t>Mostrar</a:t>
            </a:r>
            <a:r>
              <a:rPr dirty="0"/>
              <a:t> </a:t>
            </a:r>
            <a:r>
              <a:rPr dirty="0" err="1"/>
              <a:t>mascotas</a:t>
            </a:r>
            <a:r>
              <a:rPr dirty="0"/>
              <a:t> </a:t>
            </a:r>
            <a:r>
              <a:rPr dirty="0" err="1"/>
              <a:t>disponibles</a:t>
            </a:r>
            <a:endParaRPr dirty="0"/>
          </a:p>
          <a:p>
            <a:r>
              <a:rPr dirty="0" err="1"/>
              <a:t>Permitir</a:t>
            </a:r>
            <a:r>
              <a:rPr dirty="0"/>
              <a:t> </a:t>
            </a:r>
            <a:r>
              <a:rPr dirty="0" err="1"/>
              <a:t>postulaciones</a:t>
            </a:r>
            <a:endParaRPr dirty="0"/>
          </a:p>
          <a:p>
            <a:r>
              <a:rPr dirty="0" err="1"/>
              <a:t>Implementar</a:t>
            </a:r>
            <a:r>
              <a:rPr dirty="0"/>
              <a:t> </a:t>
            </a:r>
            <a:r>
              <a:rPr dirty="0" err="1"/>
              <a:t>donaciones</a:t>
            </a:r>
            <a:endParaRPr dirty="0"/>
          </a:p>
          <a:p>
            <a:r>
              <a:rPr dirty="0" err="1"/>
              <a:t>Promover</a:t>
            </a:r>
            <a:r>
              <a:rPr dirty="0"/>
              <a:t> </a:t>
            </a:r>
            <a:r>
              <a:rPr dirty="0" err="1"/>
              <a:t>adopción</a:t>
            </a:r>
            <a:r>
              <a:rPr dirty="0"/>
              <a:t> </a:t>
            </a:r>
            <a:r>
              <a:rPr dirty="0" err="1"/>
              <a:t>responsable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618" y="729915"/>
            <a:ext cx="8596668" cy="1320800"/>
          </a:xfrm>
        </p:spPr>
        <p:txBody>
          <a:bodyPr/>
          <a:lstStyle/>
          <a:p>
            <a:r>
              <a:rPr lang="es-MX" dirty="0"/>
              <a:t>Solución </a:t>
            </a:r>
            <a:r>
              <a:rPr dirty="0"/>
              <a:t>- </a:t>
            </a:r>
            <a:r>
              <a:rPr dirty="0" err="1"/>
              <a:t>YourNextPet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Plataforma web que </a:t>
            </a:r>
            <a:r>
              <a:rPr lang="es-PE" dirty="0"/>
              <a:t>centraliza</a:t>
            </a:r>
            <a:r>
              <a:rPr dirty="0"/>
              <a:t> </a:t>
            </a:r>
            <a:r>
              <a:rPr lang="es-PE" dirty="0"/>
              <a:t>adopciones</a:t>
            </a:r>
            <a:r>
              <a:rPr dirty="0"/>
              <a:t> y </a:t>
            </a:r>
            <a:r>
              <a:rPr lang="es-PE" dirty="0"/>
              <a:t>donaciones</a:t>
            </a:r>
            <a:r>
              <a:rPr dirty="0"/>
              <a:t>.</a:t>
            </a:r>
          </a:p>
          <a:p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visualizar</a:t>
            </a:r>
            <a:r>
              <a:rPr dirty="0"/>
              <a:t> </a:t>
            </a:r>
            <a:r>
              <a:rPr dirty="0" err="1"/>
              <a:t>mascotas</a:t>
            </a:r>
            <a:r>
              <a:rPr dirty="0"/>
              <a:t> y </a:t>
            </a:r>
            <a:r>
              <a:rPr dirty="0" err="1"/>
              <a:t>postular</a:t>
            </a:r>
            <a:r>
              <a:rPr dirty="0"/>
              <a:t> para </a:t>
            </a:r>
            <a:r>
              <a:rPr lang="es-PE" dirty="0"/>
              <a:t>adopción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829763"/>
            <a:ext cx="8596668" cy="1320800"/>
          </a:xfrm>
        </p:spPr>
        <p:txBody>
          <a:bodyPr/>
          <a:lstStyle/>
          <a:p>
            <a:r>
              <a:rPr dirty="0" err="1"/>
              <a:t>Planificación</a:t>
            </a:r>
            <a:r>
              <a:rPr dirty="0"/>
              <a:t>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Project Charter</a:t>
            </a:r>
          </a:p>
          <a:p>
            <a:r>
              <a:rPr lang="es-MX" dirty="0"/>
              <a:t>Diagrama</a:t>
            </a:r>
            <a:r>
              <a:rPr dirty="0"/>
              <a:t> de Gantt</a:t>
            </a:r>
            <a:endParaRPr lang="es-PE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Desarrollo de la Solución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12363"/>
            <a:ext cx="8596668" cy="3880773"/>
          </a:xfrm>
        </p:spPr>
        <p:txBody>
          <a:bodyPr/>
          <a:lstStyle/>
          <a:p>
            <a:r>
              <a:rPr dirty="0" err="1"/>
              <a:t>Diagrama</a:t>
            </a:r>
            <a:r>
              <a:rPr dirty="0"/>
              <a:t> de Casos de </a:t>
            </a:r>
            <a:r>
              <a:rPr dirty="0" err="1"/>
              <a:t>Uso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D316A76-9D01-2391-F116-AD89D3C4C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979" y="2122103"/>
            <a:ext cx="4737735" cy="4262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Desarrollo de la Solución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82952"/>
            <a:ext cx="8596668" cy="3880773"/>
          </a:xfrm>
        </p:spPr>
        <p:txBody>
          <a:bodyPr/>
          <a:lstStyle/>
          <a:p>
            <a:r>
              <a:rPr dirty="0" err="1"/>
              <a:t>Diagrama</a:t>
            </a:r>
            <a:r>
              <a:rPr dirty="0"/>
              <a:t> de </a:t>
            </a:r>
            <a:r>
              <a:rPr dirty="0" err="1"/>
              <a:t>Procesos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2B98333-E0F6-9AC7-663C-AF20214F9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60" y="1930400"/>
            <a:ext cx="8564268" cy="364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089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Desarrollo de la Solución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491" y="1354473"/>
            <a:ext cx="8596668" cy="3880773"/>
          </a:xfrm>
        </p:spPr>
        <p:txBody>
          <a:bodyPr/>
          <a:lstStyle/>
          <a:p>
            <a:r>
              <a:rPr dirty="0" err="1"/>
              <a:t>Prototipo</a:t>
            </a:r>
            <a:r>
              <a:rPr dirty="0"/>
              <a:t> del </a:t>
            </a:r>
            <a:r>
              <a:rPr dirty="0" err="1"/>
              <a:t>sistema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892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Beneficios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Reduce abandono animal</a:t>
            </a:r>
          </a:p>
          <a:p>
            <a:r>
              <a:t>• Facilita adopciones responsables</a:t>
            </a:r>
          </a:p>
          <a:p>
            <a:r>
              <a:t>• Apoya refugios y rescatistas</a:t>
            </a:r>
          </a:p>
          <a:p>
            <a:r>
              <a:t>• Uso positivo de la tecnología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YourNextPet busca generar impacto social mediante tecnología, promoviendo la adopción responsable y el bienestar animal.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6532" y="2035341"/>
            <a:ext cx="10242544" cy="2626895"/>
          </a:xfrm>
        </p:spPr>
        <p:txBody>
          <a:bodyPr>
            <a:normAutofit/>
          </a:bodyPr>
          <a:lstStyle/>
          <a:p>
            <a:r>
              <a:rPr sz="13800" dirty="0"/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</TotalTime>
  <Words>308</Words>
  <Application>Microsoft Office PowerPoint</Application>
  <PresentationFormat>Panorámica</PresentationFormat>
  <Paragraphs>51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Trebuchet MS</vt:lpstr>
      <vt:lpstr>Wingdings 3</vt:lpstr>
      <vt:lpstr>Faceta</vt:lpstr>
      <vt:lpstr>YourNextPet</vt:lpstr>
      <vt:lpstr>Visión</vt:lpstr>
      <vt:lpstr>Problema</vt:lpstr>
      <vt:lpstr>Estrategias</vt:lpstr>
      <vt:lpstr>Objetivo General</vt:lpstr>
      <vt:lpstr>Objetivos Específicos</vt:lpstr>
      <vt:lpstr>Solución - YourNextPet</vt:lpstr>
      <vt:lpstr>Planificación del Proyecto</vt:lpstr>
      <vt:lpstr>Desarrollo de la Solución</vt:lpstr>
      <vt:lpstr>Desarrollo de la Solución</vt:lpstr>
      <vt:lpstr>Desarrollo de la Solución</vt:lpstr>
      <vt:lpstr>Beneficios del Proyecto</vt:lpstr>
      <vt:lpstr>Conclusión</vt:lpstr>
      <vt:lpstr>Gracias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YourNextPet</dc:title>
  <dc:subject/>
  <dc:creator/>
  <cp:keywords/>
  <dc:description>generated using python-pptx</dc:description>
  <cp:lastModifiedBy>Misael Isidro</cp:lastModifiedBy>
  <cp:revision>2</cp:revision>
  <dcterms:created xsi:type="dcterms:W3CDTF">2013-01-27T09:14:16Z</dcterms:created>
  <dcterms:modified xsi:type="dcterms:W3CDTF">2026-04-14T04:15:05Z</dcterms:modified>
  <cp:category/>
</cp:coreProperties>
</file>